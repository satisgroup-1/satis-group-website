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explainer session: no routines to learn, just the mental model of the machine. GitHub holds the master copy, Vercel prints and serves it, 123 Reg owns the address and the mailboxes, and a handful of settings tie it together. By the end, 'is it the site, the hosting or the domain?' becomes an answerable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Pitch: this is the 'how it all hangs together' session people asked for. Keep it conversational. Every slide here answers a 'but where does X actually live?'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the room left to right: people describe changes, GitHub records them, Vercel rebuilds, the domain serves it. The three feeder boxes below: studio saves commit into GitHub; the Land Registry feeds market data into the site automatically; 123 Reg points the name at Vercel and hosts the mailboxes.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no-separate-database point surprises technical guests. It is deliberate: one system of record, one backup story, one audit trail. And it makes the whole platform portable.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redeploy rule is the recurring gotcha across sessions: settings changes only apply to new deployments. The live site's files are read-only by design. The printed brochure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timeline is why saves 'take a minute to show' in the studio and why news stories appear after a short delay when published through Claude. Teams that internalise step 3 stop reporting false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practical: 123 Reg is logged into rarely and carefully. Its two jobs are pointing the name at Vercel and hosting the mailboxes. The independence point matters during incidents: broken email is never caused by a website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needs to memorise these. The table exists so the names aren't scary when they appear in error messages or guides. The three that come up in practice: SATIS_ADMIN_USERS (webinar 03), SATIS_GITHUB_TOKEN (next slide), and SATIS_RESEND_API_KEY (webinar 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piece of periodic maintenance the platform has. Symptoms of an expired token: studio warns on load, or Saves refuse. News stories are unaffected either way; they always go the Claude route on live hosting.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Aimed at giving the room confident answers to investor questions. The per-account assembly point is worth repeating: it isn't that other data is hidden. It is never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fail soft. The design habit across the site: an outside dependency going down degrades a detail, never a page, and never silently. Good answer material for 'what happens if X is down?'.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the table: route the panic. Content problems are Claude sessions; save problems are the token; sign-in problems are the playbooks; reachability is Vercel/123 Reg. Nothing on this list is fixed by editing the live site. There is no such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slide. It prevents wrong assumptions downstream. Each gap has a clear, small path to close when the business wants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takeaways, answer questions, and point everyone at the written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tis-group-website/ff8ab6f4-f9c2-556a-89f3-8bea05ba205c/build/assets/cover-system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566928"/>
            <a:ext cx="1105783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7132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BACKEND WEBINAR SERIES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0" y="2304288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30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09067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1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0" y="3913632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systems behind the website.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2194560" y="4590288"/>
            <a:ext cx="7802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A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GitHub, Vercel, 123 Reg and the moving parts: what each one does, how a change travels, and what to check when something misbehaves.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63276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300" kern="0" dirty="0">
                <a:solidFill>
                  <a:srgbClr val="D8DAD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BACKEND WEBINAR 06 OF 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 THIS WEBINAR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SYSTEMS BEHIND THE WEBSITE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this session covers.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4996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Nothing here needs doing day to day. This is the map that makes every other webinar make sense.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2231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2212848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machine, on one slide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69848" y="2487168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Five parts and the arrows between them.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3054096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GitHub: the master copy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69848" y="3328416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Also the database, and the audit trail.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913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" y="3895344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Vercel: the printing press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9848" y="4169664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Builds, hosting, settings and domains.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47308" y="2231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0228" y="2212848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123 Reg: the address book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0228" y="2487168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domain name, DNS and the mailboxes.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47308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0228" y="3054096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settings that matter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0228" y="3328416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values in Vercel and what each does.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47308" y="3913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0228" y="3895344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When something misbehaves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0228" y="4169664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Symptom → which system → first move.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MAP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SYSTEMS BEHIND THE WEBSITE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Five parts, one direction of travel.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66928" y="2331720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1819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 + Claude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plain-English changes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9212" y="2331720"/>
            <a:ext cx="1965960" cy="9875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12364" y="2331720"/>
            <a:ext cx="1819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master copy · repository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11496" y="2331720"/>
            <a:ext cx="1965960" cy="9875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2331720"/>
            <a:ext cx="1819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Vercel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builds &amp; hosts the site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83780" y="2331720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6932" y="2331720"/>
            <a:ext cx="1819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satisgroup.co.uk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live site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56064" y="2331720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9216" y="2331720"/>
            <a:ext cx="1819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Visitors &amp; investors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browsers, phones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32888" y="2825496"/>
            <a:ext cx="306324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05172" y="2825496"/>
            <a:ext cx="306324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77456" y="2825496"/>
            <a:ext cx="306324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49740" y="2825496"/>
            <a:ext cx="306324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788920" y="4251960"/>
            <a:ext cx="20665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62072" y="42519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Platform studio saves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commit straight into GitHub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22192" y="4251960"/>
            <a:ext cx="0" cy="-86868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61204" y="4251960"/>
            <a:ext cx="20665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4356" y="42519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HM Land Registry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live market data feed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94476" y="4251960"/>
            <a:ext cx="0" cy="-868680"/>
          </a:xfrm>
          <a:prstGeom prst="line">
            <a:avLst/>
          </a:prstGeom>
          <a:noFill/>
          <a:ln w="15240">
            <a:solidFill>
              <a:srgbClr val="000000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33488" y="4251960"/>
            <a:ext cx="20665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42519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123 Reg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domain, DNS &amp; mailboxes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66760" y="4251960"/>
            <a:ext cx="0" cy="-86868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66928" y="562356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Changes only ever flow left to right: nothing edits the live site directly.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SYSTEMS BEHIND THE WEBSITE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GitHub: the master copy, and the database.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repository (satis-group-website, under the Satisgroup-1 GitHub account) is a shared, version-tracked folder holding every file the site is built from.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347868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77440"/>
            <a:ext cx="303977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master copy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Pages, design, photography, code. The brochure master. Claude sessions edit here; the live site reprints from here.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6506" y="2212848"/>
            <a:ext cx="347868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5962" y="2377440"/>
            <a:ext cx="303977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Also the database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There is no separate database. News stories and every investor-platform dataset are files in the repository, which is why exports, backups and Claude edits all work the same way.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46085" y="2212848"/>
            <a:ext cx="347868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5541" y="2377440"/>
            <a:ext cx="303977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Also the audit trail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 change is a commit: dated, described, attributed, reversible. “What changed this month?” is a question Claude can answer from the history.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VERCEL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SYSTEMS BEHIND THE WEBSITE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Vercel: the printing press.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Vercel watches the repository and turns the master copy into the fast, public website, automatically.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347868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77440"/>
            <a:ext cx="303977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Builds &amp; hosting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Each merged commit triggers a rebuild: the “reprint”. A few minutes later the new version is what visitors get, worldwide.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6506" y="2212848"/>
            <a:ext cx="347868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5962" y="2377440"/>
            <a:ext cx="303977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Environment settings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Vercel also holds the site's private settings: admin accounts, signing secrets, the repository token, the email key. Changing one requires a redeploy to take effect.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46085" y="2212848"/>
            <a:ext cx="347868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5541" y="2377440"/>
            <a:ext cx="303977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Domains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satisgroup.co.uk and www.satisgroup.co.uk are attached to the project in Vercel's domain settings, which tell 123 Reg's DNS where to point.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JOURNEY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SYSTEMS BEHIND THE WEBSITE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How a change travels, and how long it takes.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04088" y="2880360"/>
            <a:ext cx="23957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8036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 · Change is made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Claude session, or a studio Save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02736" y="2880360"/>
            <a:ext cx="2395728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88036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 · Commit lands in GitHub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recorded in the history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01384" y="2880360"/>
            <a:ext cx="23957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288036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 · Vercel rebuilds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automatic; nothing to press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00032" y="2880360"/>
            <a:ext cx="23957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73184" y="288036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 · Live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verify on the page itself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99816" y="3360420"/>
            <a:ext cx="5029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98464" y="3360420"/>
            <a:ext cx="5029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897112" y="3360420"/>
            <a:ext cx="5029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916936" y="25603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SECONDS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15584" y="25603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STARTS ITSELF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14232" y="25603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FEW MINUTES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" y="4709160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practical rule: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give any change a minute or two, then refresh the page. Not there after ten minutes? Ask Claude whether the commit pushed and the deployment succeeded; it can check both.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123 REG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SYSTEMS BEHIND THE WEBSITE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123 Reg: where the name and the mailboxes live.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123 Reg is the domain registrar: the company the satisgroup.co.uk name is registered with. It plays two roles: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537347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77440"/>
            <a:ext cx="493456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address book (DNS)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DNS records at 123 Reg point satisgroup.co.uk (and www) at Vercel, so the name reaches the website.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Touched rarely: at go-live, or if hosting ever moves. Vercel's domain settings state exactly what the records must say.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1296" y="2212848"/>
            <a:ext cx="537347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0752" y="2377440"/>
            <a:ext cx="493456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mailboxes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@satisgroup.co.uk email addresses are mailboxes managed alongside the domain, including the enquiries inbox (noreply.ai@satisgroup.co.uk) that the website's forms and email links feed. Webinar 07 covers it.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Website and mailboxes are independent: a site deploy can never break email, and vice versa.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SETTINGS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SYSTEMS BEHIND THE WEBSITE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settings that matter.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All live in Vercel → project → Settings → Environment Variables. Every change needs a redeploy to take effect.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40280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84632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80" kern="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SETTING</a:t>
                      </a:r>
                      <a:endParaRPr lang="en-US" sz="8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54864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80" kern="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WHAT IT DOES</a:t>
                      </a:r>
                      <a:endParaRPr lang="en-US" sz="8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54864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80" kern="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WHEN YOU TOUCH IT</a:t>
                      </a:r>
                      <a:endParaRPr lang="en-US" sz="8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54864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SATIS_ADMIN_USERS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The list of admin accounts: who can sign in at /admin.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Adding, resetting or removing an admin (webinar 03).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SATIS_ADMIN_SECRET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Signs admin sessions so they cannot be forged.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Set once at setup; rotate if ever exposed.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SATIS_INVESTOR_SECRET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The same, for investor portal sessions.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Optional; falls back to the admin secret.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SATIS_GITHUB_TOKEN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Lets platform-studio saves commit to the repository from the live site.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Set once; renew when it expires (next slide).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SATIS_RESEND_API_KEY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Lets the contact and investor forms send enquiry email (via Resend).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Set once; check first if forms report send failures.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SATIS_ENQUIRY_TO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Where form enquiries land (SATIS_CONTACT_TO can split contact-form traffic).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Only to change the destination inbox.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NEXT_PUBLIC_SITE_URL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The site's official address for links and search engines.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Already https://www.satisgroup.co.uk; leave it.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REPOSITORY TOKEN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SYSTEMS BEHIND THE WEBSITE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token that lets Saves stick on the live site.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 the live site, every platform-studio Save quietly becomes a commit to the repository, powered by one credential: SATIS_GITHUB_TOKEN. When it is missing or expired, the studio warns that changes will not save. Renewal: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354580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2328977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2340864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Generate a fine-grained token in GitHub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615184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GitHub account → Settings → Developer settings → Personal access tokens → Fine-grained tokens → Generate new token.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190494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164891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7552" y="3176778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Scope it tightly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451098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Access to only the satis-group-website repository, with “Contents: Read and write” permission. Nothing more.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026408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4000805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4012692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Store it in Vercel and redeploy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4287012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Add it as the SATIS_GITHUB_TOKEN environment variable, redeploy, and the studio's warning disappears.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47888" y="1618488"/>
            <a:ext cx="3376879" cy="1965960"/>
          </a:xfrm>
          <a:prstGeom prst="rect">
            <a:avLst/>
          </a:prstGeom>
          <a:solidFill>
            <a:srgbClr val="EC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8467344" y="1764792"/>
            <a:ext cx="29379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TO KNOW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67344" y="1984248"/>
            <a:ext cx="293796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Tokens expire on purpose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 gives every token an expiry date. When the studio starts warning again, that is all it is: generate a new token and update the variable. Ask Claude to walk through it the first time.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PROTECTIONS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SYSTEMS BEHIND THE WEBSITE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protections already in place.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Plain-English versions of the security measures the site ships with: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347868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77440"/>
            <a:ext cx="303977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Getting in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Passwords stored one-way scrambled (never readable). Five wrong tries pauses a connection for 15 minutes. Sessions expire after 24 hours.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6506" y="2212848"/>
            <a:ext cx="347868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5962" y="2377440"/>
            <a:ext cx="303977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private areas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/admin and the portal are hidden from search engines and linked from nowhere public. Investor data is assembled per account: one investor's browser never receives another's figures.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46085" y="2212848"/>
            <a:ext cx="347868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5541" y="2377440"/>
            <a:ext cx="303977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transport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Everything is served over HTTPS with strict browser protections (no framing by other sites, no content-type games). The site sends security headers on every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OUTSIDE FEEDS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SYSTEMS BEHIND THE WEBSITE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Where the site talks to the outside world.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66928" y="1664208"/>
            <a:ext cx="347868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828800"/>
            <a:ext cx="303977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HM Land Registry: market data in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portal's Market intelligence section pulls the UK House Price Index for the local area, refreshed roughly twice a day.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If the feed is slow or down, the site quietly falls back to a stored snapshot. Data either way, never an error.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6506" y="1664208"/>
            <a:ext cx="347868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5962" y="1828800"/>
            <a:ext cx="303977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 releases: version lookup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appraisal download page asks GitHub which app version is newest, so the page names it without anyone editing.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If the lookup fails, the download buttons still work; only the version line hides.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46085" y="1664208"/>
            <a:ext cx="347868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5541" y="1828800"/>
            <a:ext cx="303977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Resend: enquiry email out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Form submissions are handed to Resend for delivery to the enquiries inbox.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If sending fails, the visitor is shown the team's address to write directly. An enquiry is never dropped silently.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TROUBLESHOOTING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SYSTEMS BEHIND THE WEBSITE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When something misbehaves: symptom → first move.</a:t>
            </a:r>
            <a:endParaRPr lang="en-US" sz="2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18488"/>
          <a:ext cx="11057839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74904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80" kern="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SYMPTOM</a:t>
                      </a:r>
                      <a:endParaRPr lang="en-US" sz="8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54864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80" kern="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WHAT IT USUALLY IS</a:t>
                      </a:r>
                      <a:endParaRPr lang="en-US" sz="8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54864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80" kern="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FIRST MOVE</a:t>
                      </a:r>
                      <a:endParaRPr lang="en-US" sz="8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54864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A change isn't showing on the live site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The rebuild hasn't finished, or the commit never pushed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Wait two minutes and refresh; then ask Claude to check commit and deployment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Studio warns “changes will not save”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The repository token is missing or expired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Renew SATIS_GITHUB_TOKEN (this session), redeploy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“Could not write the newsletter file”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Normal on live hosting: stories go through the repository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Publish via a Claude session (webinar 02)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Admin or investor can't sign in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Wrong door, throttle, or expired session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Webinars 03 / 04 playbooks; which door first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A form says “We could not send that just now”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The email key (SATIS_RESEND_API_KEY) is missing or invalid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Check the key in Vercel, redeploy; the visitor was shown the direct address meanwhile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Whole site unreachable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Hosting or DNS, not content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366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Check Vercel status; then the domain's DNS at 123 Reg; call the development team</a:t>
                      </a:r>
                      <a:endParaRPr lang="en-US" sz="10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36576" marR="36576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ED1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HONEST STATE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SYSTEMS BEHIND THE WEBSITE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the machine deliberately doesn't have (yet).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Worth knowing so nothing on this map is assumed: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347868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77440"/>
            <a:ext cx="303977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separate database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By design: the repository is the system of record. Everything in webinars 02 and 04 relies on exactly this.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6506" y="2212848"/>
            <a:ext cx="347868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5962" y="2377440"/>
            <a:ext cx="303977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newsletter mailing yet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Publishing a story emails nobody automatically, and the subscriber list is mid-rollout. The sending rail (Resend) is in place; connecting the two is a small job once the list lands.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46085" y="2212848"/>
            <a:ext cx="347868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5541" y="2377440"/>
            <a:ext cx="303977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visitor analytics yet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tracking scripts run on the site today. If usage numbers become a need, adding a privacy-friendly analytics tool is a small, one-session job.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RECAP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SYSTEMS BEHIND THE WEBSITE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69264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to remember.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12648" y="1783080"/>
            <a:ext cx="6675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direction of travel: you → GitHub (master copy) → Vercel (rebuild) → the live site.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 is also the database and the audit trail. There is no separate database.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Vercel holds the settings; every settings change needs a redeploy.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123 Reg owns the name and the mailboxes; website and email are independent.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periodic job: renew SATIS_GITHUB_TOKEN when the studio starts warning.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828800"/>
            <a:ext cx="0" cy="329184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8288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4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WHERE TO GET HELP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183880" y="2194560"/>
            <a:ext cx="3429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Written chapters: /admin/guide → “Making changes stick on live hosting” and the glossary.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Deployment questions: ask Claude. It can check commits and deploys.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Vercel or 123 Reg access: the development team holds the keys.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5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0" y="623620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6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Satis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systems behind the website.</dc:title>
  <dc:subject>PptxGenJS Presentation</dc:subject>
  <dc:creator>Satis Group</dc:creator>
  <cp:lastModifiedBy>Satis Group</cp:lastModifiedBy>
  <cp:revision>1</cp:revision>
  <dcterms:created xsi:type="dcterms:W3CDTF">2026-08-20T00:35:11Z</dcterms:created>
  <dcterms:modified xsi:type="dcterms:W3CDTF">2026-08-20T00:35:11Z</dcterms:modified>
</cp:coreProperties>
</file>