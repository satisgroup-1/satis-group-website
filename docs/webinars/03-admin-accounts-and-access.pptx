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session covers admin accounts: where they live, how to add one (a two-step job: generate here, paste into the hosting), resets, removals, and what to do when someone is locked out. Ten minutes of process, then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 audience session usually — whoever runs operations. Clarify scope up front: investor logins are a different system, covered in the investor-platform webinar.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prevents the most common support confusion: resetting the wrong kind of account. If someone says “I can't get in”, first ask: which door — /admin or /investors?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here: the hosting is the source of truth (so a compromised website can't mint accounts), and hashing (so nobody — including us — can read a password). Both come up in support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result box shows the password a single time — have a password manager or a secure note ready before clicking. If the page instead says the site is running on demo credentials (test/test), creating this first real account is exactly how you fix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redeploy is the step people forget — the new account simply won't work until it happens. The handover rule matters: if one email thread carries both the address and the password, one compromised inbox is a compromised admin.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mechanics in both columns: the env var is the account list, and a redeploy applies it. Point out the immediacy of removal — useful when someone leaves the business.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cover essentially every admin sign-in complaint. The 15-minute throttle applies per internet connection — an office may share one, so one person's typos can pause everyone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relevant until first-time setup is done — but worth one slide because the warning banner is the first thing anyone sees on a fresh deployment, and the fix is exactly the session's main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the takeaways, answer questions, and point everyone at the written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atis-group-website/ff8ab6f4-f9c2-556a-89f3-8bea05ba205c/build/assets/cover-accou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66928" y="566928"/>
            <a:ext cx="1105783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66928" y="7132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BACKEND WEBINAR SERIES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2304288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spc="30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090672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11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371600" y="3913632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accounts &amp; access.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194560" y="4590288"/>
            <a:ext cx="7802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8EAE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Who can sign in to the admin area, adding a colleague in ten minutes, and the support playbook for passwords and lock-outs.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63276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D8DAD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BACKEND WEBINAR 03 OF 07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THIS WEBINAR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this session covers.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8778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need the new admin's email address, and access to the Vercel project settings — or someone who has it.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2128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kinds of account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" y="2487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accounts vs investor accounts — different doors, different keys.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32918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admin accounts live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35661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the hosting platform, not on the website — and why.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6928" y="4389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69848" y="437083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an admin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69848" y="4645152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 the entry, paste into Vercel, redeploy.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43984" y="22311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46904" y="221284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Resets and removals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46904" y="2487168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Passwords are replaced, never recovered.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43984" y="33101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46904" y="3291840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Lock-outs and sessions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46904" y="35661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tries, fifteen minutes, 24-hour sessions.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138160" y="2212848"/>
            <a:ext cx="3474720" cy="173736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8357616" y="2359152"/>
            <a:ext cx="3035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8357616" y="2578608"/>
            <a:ext cx="30358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Ten minutes, start to finish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an account takes about ten minutes including the hosting step — and the page does the fiddly part for you.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ORIENTATION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Two doors, two sets of keys.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website has two private areas, and their accounts are completely separate: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212848"/>
            <a:ext cx="537347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377440"/>
            <a:ext cx="49345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accounts — the back office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 in at /admin with a username and password.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Can publish news, run the investor platform, manage accounts, download the appraisal app.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Stored in the hosting platform (Vercel) as a setting called SATIS_ADMIN_USERS.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Every admin has identical access — there are no roles or permission levels.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1296" y="2212848"/>
            <a:ext cx="537347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0752" y="2377440"/>
            <a:ext cx="4934560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 accounts — the portal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Investors sign in at /investors with email and password.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 their own portfolio, reports and documents — never the admin area.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Created and managed on the Investors tab of the platform studio.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Covered in webinar 04 — The investor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ACCOUNTS LIVE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accounts live with the hosting — deliberately.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9692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For safety, the list of who can sign in is stored in the hosting platform rather than on the website itself. The Admin accounts page does the fiddly part: it shows who can sign in, and generates the setting value you paste into Vercel.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6968" y="315468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546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accounts page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shows accounts · generates the entry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18888" y="3154680"/>
            <a:ext cx="3017520" cy="10515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1546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Vercel — Environment Variables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SATIS_ADMIN_USERS holds every account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50808" y="3154680"/>
            <a:ext cx="3017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23960" y="31546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Sign-in at /admin</a:t>
            </a:r>
            <a:pPr algn="ctr" indent="0" marL="0">
              <a:lnSpc>
                <a:spcPts val="1300"/>
              </a:lnSpc>
              <a:buNone/>
            </a:pP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checked on every request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904488" y="3680460"/>
            <a:ext cx="9144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584448" y="38084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YOU PASTE THE VALUE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36408" y="3680460"/>
            <a:ext cx="914400" cy="0"/>
          </a:xfrm>
          <a:prstGeom prst="line">
            <a:avLst/>
          </a:prstGeom>
          <a:noFill/>
          <a:ln w="1524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516368" y="380847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AFTER A REDEPLOY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66928" y="5029200"/>
            <a:ext cx="1014343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Passwords are stored “hashed” — one-way scrambled.  </a:t>
            </a:r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site can check a typed password is right, but nobody can read one back. That is why passwords are replaced, never recovered.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AN ADMIN — STEP 1 OF 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 the credential entry.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From the control room, open the Admin accounts card. The page lists every account that can currently sign in; the “Add an account” form is below.</a:t>
            </a:r>
            <a:endParaRPr lang="en-US" sz="1150" dirty="0"/>
          </a:p>
        </p:txBody>
      </p:sp>
      <p:pic>
        <p:nvPicPr>
          <p:cNvPr id="10" name="Image 0" descr="/tmp/claude-0/-home-user-satis-group-website/ff8ab6f4-f9c2-556a-89f3-8bea05ba205c/build/assets/accounts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5567" y="2617831"/>
            <a:ext cx="5029200" cy="31402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595567" y="2617831"/>
            <a:ext cx="5029200" cy="3140242"/>
          </a:xfrm>
          <a:prstGeom prst="rect">
            <a:avLst/>
          </a:prstGeom>
          <a:ln w="12700">
            <a:solidFill>
              <a:srgbClr val="CED1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95567" y="5822081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Add an account form on /admin/accounts.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2116836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4" name="Text 11"/>
          <p:cNvSpPr/>
          <p:nvPr/>
        </p:nvSpPr>
        <p:spPr>
          <a:xfrm>
            <a:off x="521208" y="2091233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87552" y="210312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87552" y="2377440"/>
            <a:ext cx="5105095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address the person will sign in with.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6928" y="2763393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" y="2737790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87552" y="2749677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 — leave it blank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87552" y="3023997"/>
            <a:ext cx="5105095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strong password is generated for you (recommended). Or type one of at least 12 characters.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66928" y="3599307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3573704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87552" y="3585591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Click Generate credential entry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3859911"/>
            <a:ext cx="5105095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Nothing changes yet — this only prepares the value for Vercel.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66928" y="4341876"/>
            <a:ext cx="5525719" cy="10515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786384" y="4488180"/>
            <a:ext cx="508680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86384" y="4707636"/>
            <a:ext cx="50868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generated password is shown once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Record it before leaving the page. It is stored only as a one-way hash and can never be read back — only replaced.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AN ADMIN — STEP 2 OF 2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Paste the value into Vercel and redeploy.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result box shows the complete new SATIS_ADMIN_USERS value — it includes every existing account too, so pasting it wholesale keeps everyone working. The box lists the exact clicks: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35458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32897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34086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Open the variable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61518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 Vercel: open the project → Settings → Environment Variables → edit SATIS_ADMIN_USERS (create it if it does not exist).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9049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6489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317677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Replace its value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451098"/>
            <a:ext cx="6803136" cy="225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Paste the full value from the result box over what is there.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3837051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3811448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3823335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Redeploy the site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097655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Environment changes only apply to new deployments. Unfamiliar? Hand the value to the development team, or ask Claude to talk you through the Vercel screens.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YOU SHOULD SEE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After the redeploy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The new admin signs in at /admin, and the Admin accounts page lists them.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Tell them their password over a trusted channel — phone, or split across two channels. Never both credentials in one email.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CHANGES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Resetting a password, removing an account.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664208"/>
            <a:ext cx="520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RESET A PASSWORD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975104"/>
            <a:ext cx="5208880" cy="0"/>
          </a:xfrm>
          <a:prstGeom prst="line">
            <a:avLst/>
          </a:prstGeom>
          <a:noFill/>
          <a:ln w="9525">
            <a:solidFill>
              <a:srgbClr val="CED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121408"/>
            <a:ext cx="5163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Generate a new entry for the same email — re-using an existing email produces a replacement entry.</a:t>
            </a:r>
            <a:endParaRPr lang="en-US" sz="105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Paste the new SATIS_ADMIN_USERS value into Vercel, exactly as before.</a:t>
            </a:r>
            <a:endParaRPr lang="en-US" sz="105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Redeploy. The old password stops working; the new one starts.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15888" y="1664208"/>
            <a:ext cx="520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2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REMOVE AN ACCOUNT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15888" y="1975104"/>
            <a:ext cx="5208880" cy="0"/>
          </a:xfrm>
          <a:prstGeom prst="line">
            <a:avLst/>
          </a:prstGeom>
          <a:noFill/>
          <a:ln w="9525">
            <a:solidFill>
              <a:srgbClr val="CED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4176" y="2121408"/>
            <a:ext cx="51631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Edit SATIS_ADMIN_USERS in Vercel.</a:t>
            </a:r>
            <a:endParaRPr lang="en-US" sz="105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Delete that account's email=… entry from the value.</a:t>
            </a:r>
            <a:endParaRPr lang="en-US" sz="1050" dirty="0"/>
          </a:p>
          <a:p>
            <a:pPr marL="203200" indent="-203200">
              <a:lnSpc>
                <a:spcPts val="1500"/>
              </a:lnSpc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Redeploy. Removal takes effect on the next request — no waiting for their session to expire.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5440680"/>
            <a:ext cx="11057839" cy="868680"/>
          </a:xfrm>
          <a:prstGeom prst="rect">
            <a:avLst/>
          </a:prstGeom>
          <a:solidFill>
            <a:srgbClr val="EC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5586984"/>
            <a:ext cx="106189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GOOD TO KNOW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86384" y="5806440"/>
            <a:ext cx="10618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Never truly locked out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forgotten admin password is replaced by another admin. If nobody can sign in at all, the development team can edit SATIS_ADMIN_USERS directly in Vercel.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SUPPORT PLAYBOOK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Lock-outs, sessions and error messages.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66928" y="166420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182880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“Incorrect username or password.”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Check Caps Lock, and for a stray space before or after. Using a password manager? Let it fill the boxes.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6506" y="166420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5962" y="182880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“Too many attempts …”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wrong tries pauses that internet connection for 15 minutes — deliberate, to stop password guessing. Wait it out; nothing is broken. Genuinely forgotten? Reset it meanwhile.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46085" y="1664208"/>
            <a:ext cx="347868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ED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5541" y="1828800"/>
            <a:ext cx="303977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“It signed me out by itself.”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Sessions last 24 hours, then quietly expire — normal, and protective on shared devices. Sign in again; nothing saved is lost. On shared computers, always press Sign out when done.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FIRST-TIME SETUP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9AA0A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3268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If the site still shows demo credentials.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040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Until real accounts are configured, the admin accepts the public demonstration pair test/test and shows a reminder note. The moment real accounts exist, the demo pair stops working.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354580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" y="2328977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2340864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See the note? Create the first real account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615184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Follow the two-step add flow from this session — that is the fix, not a separate procedure.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3190494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" y="3164891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7552" y="3176778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Also set the signing secret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3451098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SATIS_ADMIN_SECRET in the same Vercel settings makes sign-in sessions unforgeable. The development team can generate one.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026408"/>
            <a:ext cx="246888" cy="246888"/>
          </a:xfrm>
          <a:prstGeom prst="ellipse">
            <a:avLst/>
          </a:prstGeom>
          <a:solidFill>
            <a:srgbClr val="B3400C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" y="4000805"/>
            <a:ext cx="338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7552" y="4012692"/>
            <a:ext cx="680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Confirm the note is gone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4287012"/>
            <a:ext cx="6803136" cy="415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5C6366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After the redeploy, the admin home shows no demo warning, and test/test no longer signs in.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47888" y="1618488"/>
            <a:ext cx="3376879" cy="17373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467344" y="1764792"/>
            <a:ext cx="293796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TAKE CARE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467344" y="1984248"/>
            <a:ext cx="29379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80"/>
              </a:lnSpc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Demo mode is public knowledge
</a:t>
            </a:r>
            <a:pPr indent="0" marL="0">
              <a:lnSpc>
                <a:spcPts val="138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test/test is printed in the public repository. Treat the demo note as a to-do, not a decoration.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9777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spc="26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RECAP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566928" y="694944"/>
            <a:ext cx="11057839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344607" y="24688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344607" y="4572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0" spc="3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550" dirty="0"/>
          </a:p>
        </p:txBody>
      </p:sp>
      <p:sp>
        <p:nvSpPr>
          <p:cNvPr id="6" name="Text 4"/>
          <p:cNvSpPr/>
          <p:nvPr/>
        </p:nvSpPr>
        <p:spPr>
          <a:xfrm>
            <a:off x="566928" y="64739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 GROUP — ADMIN ACCOUNTS &amp; ACCESS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0710367" y="64739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1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66928" y="969264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What to remember.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2648" y="178308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Admin and investor accounts are separate systems — check which door before helping anyone.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Accounts live in SATIS_ADMIN_USERS in Vercel; the admin page generates the value for you.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Adding = generate entry → paste into Vercel → redeploy. Ten minutes.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Passwords are shown once and stored scrambled — replaced, never recovered.</a:t>
            </a:r>
            <a:endParaRPr lang="en-US" sz="12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Five wrong tries pauses sign-in for 15 minutes; sessions last 24 hours.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818120" y="1828800"/>
            <a:ext cx="0" cy="329184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880" y="182880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4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WHERE TO GET HELP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83880" y="2194560"/>
            <a:ext cx="3429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Written walkthrough: /admin/guide → “Managing admin accounts”.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Locked out entirely? The development team can edit the Vercel setting directly.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Unsure in Vercel? Ask Claude to talk you through the screens.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5806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1500" kern="0" dirty="0">
                <a:solidFill>
                  <a:srgbClr val="FFFFFF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SATIS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0" y="6236208"/>
            <a:ext cx="12191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600" kern="0" dirty="0">
                <a:solidFill>
                  <a:srgbClr val="B9BDBE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GROUP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Satis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 accounts &amp; access.</dc:title>
  <dc:subject>PptxGenJS Presentation</dc:subject>
  <dc:creator>Satis Group</dc:creator>
  <cp:lastModifiedBy>Satis Group</cp:lastModifiedBy>
  <cp:revision>1</cp:revision>
  <dcterms:created xsi:type="dcterms:W3CDTF">2026-08-19T17:30:33Z</dcterms:created>
  <dcterms:modified xsi:type="dcterms:W3CDTF">2026-08-19T17:30:33Z</dcterms:modified>
</cp:coreProperties>
</file>